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6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1EA0-D0FC-B525-77F5-63C271E97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E4379-C52D-2717-9751-49A998FE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054B1-F3CE-60B6-E913-9A1D96F7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D1FCE-62F9-A750-BE48-3526FD2A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959E-11B5-078D-646F-D5EEC87A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4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7731-79A6-76D6-49D9-7A7C00BB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CACD-103A-6202-B1F4-06021D339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29A02-C5C1-EB83-E642-F6C4C4A5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6126B-04A2-6BB1-117B-CA8471E6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D0DA7-ECBD-D85E-5EFA-B39DD804F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6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3DB1-949F-2F8E-9138-B75C9081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E4912-F043-4B8B-8901-D28899645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291E8-D6F0-BF05-C737-DECD1208F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096DA-9CF5-DFCE-F5A9-3A1A2D59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D9881-A0BC-094B-7969-D5C6425E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0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039D-37A1-37D5-FA3A-BCE4A090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A7974-05AF-0D4A-C103-6DB23EAF2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4B6CA-9C23-682F-88E9-7016E9741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CF55B-7530-86DB-73FD-2E3AA575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8A499-2F04-44E2-BE83-8710801E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5BCEE-CB39-1BBC-0676-9ECD883A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2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46F8-F03A-F949-9B97-001852B7F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266F2-99FF-E78C-7ECB-0D4403F45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A8C18-D1C4-1CEE-4CDE-6FEA2D1E6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9E58E-5C22-56C9-55FC-274B74641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6D7A6-0140-DE62-13E5-B1364DB1B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8716E-1A59-3EC8-76A3-B36684C71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E788A-1C72-FB08-FB5B-5669A0A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6EBF9-5668-1DCF-836A-696CC94A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479B-F4E4-A6E0-2C87-7882134B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08BD6-2BC4-2A2A-4EF4-77A80E4B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D65E0-FA3D-D32B-C8BF-36CCF4E9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51051-B270-A04F-E2CA-737AEF3A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2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C39D5-0630-6C2F-C7C2-A56C3DED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C90F2-AEAF-AF77-78F7-D9730351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3EA22-BB7C-1F30-67DC-24749037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1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1E62-281A-FFC1-95FD-9D9136E41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E15F1-BDDC-9203-BEC3-336C847DC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1791C-4067-A62E-0DD6-DD5B6EF6C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A7C8A-4736-4C07-C9EB-D0C6F603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F5EE5-40BA-6CCA-50F0-8367D1FD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83F33-0D0C-16F8-EAE2-8DC6B4E78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3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BF35-6B84-ABCF-4748-4D1D2339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12EB49-3B12-99C8-709C-F89106345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F66E2-3BF3-EDD9-9329-303F08CB6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9E71D-4F64-0FF8-513C-6D15EB32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66196-74B1-0606-CDB4-CBB7C2ADB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8FBA6-979E-33A2-EF6D-1FC21EE1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6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94406-5C1B-5978-3F0E-473B520E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2B576-B222-DAE5-CFF5-C5B5E336F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204CA-BFB6-E9A6-877A-259031A3C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AFA96-EA0E-DDD6-96E7-25DB9A20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7100C-1BAE-3D60-17A7-810A11DB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1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59237-D940-862F-15CB-97878725E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B80F1-72EF-DFE5-CF2C-5D3812087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31BBE-FAFE-DA96-C1F9-5BFDFF9A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BA582-8B77-C354-4AD1-91D17114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8EEFE-A648-2A6D-0DAC-A422A828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5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E46D8-274B-3F82-86B5-E07C959E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5799F-305C-02E5-A3CD-D47916320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87BA9-60E1-F498-23CE-48365FCB5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CCC79-1129-4031-836C-6A2AD6078882}" type="datetimeFigureOut">
              <a:rPr lang="en-US" smtClean="0"/>
              <a:t>20/1/2026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9D0FF-F6ED-B653-18AA-DF88E7920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58A8D-1AA1-C5CA-76F9-FCABDA8C6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C0DC0-0122-4695-93A4-B28296F02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8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C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1258E5-220D-6BBD-A1E4-217F0054D044}"/>
              </a:ext>
            </a:extLst>
          </p:cNvPr>
          <p:cNvSpPr/>
          <p:nvPr/>
        </p:nvSpPr>
        <p:spPr>
          <a:xfrm>
            <a:off x="874835" y="2919046"/>
            <a:ext cx="9882553" cy="637442"/>
          </a:xfrm>
          <a:prstGeom prst="roundRect">
            <a:avLst>
              <a:gd name="adj" fmla="val 3942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355600" dir="54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Segoe Print" panose="02000600000000000000" pitchFamily="2" charset="0"/>
              </a:rPr>
              <a:t>A person </a:t>
            </a:r>
            <a:r>
              <a:rPr lang="en-US" sz="2800" b="1" dirty="0">
                <a:solidFill>
                  <a:schemeClr val="tx1"/>
                </a:solidFill>
                <a:latin typeface="Segoe Print" panose="02000600000000000000" pitchFamily="2" charset="0"/>
              </a:rPr>
              <a:t>hops </a:t>
            </a:r>
            <a:r>
              <a:rPr lang="en-US" sz="2800" b="1" dirty="0">
                <a:solidFill>
                  <a:srgbClr val="FFC000"/>
                </a:solidFill>
                <a:latin typeface="Segoe Print" panose="02000600000000000000" pitchFamily="2" charset="0"/>
              </a:rPr>
              <a:t>forward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Segoe Print" panose="02000600000000000000" pitchFamily="2" charset="0"/>
              </a:rPr>
              <a:t> while </a:t>
            </a:r>
            <a:r>
              <a:rPr lang="en-US" sz="2800" b="1" dirty="0">
                <a:solidFill>
                  <a:schemeClr val="tx1"/>
                </a:solidFill>
                <a:latin typeface="Segoe Print" panose="02000600000000000000" pitchFamily="2" charset="0"/>
              </a:rPr>
              <a:t>raising</a:t>
            </a:r>
            <a:r>
              <a:rPr lang="el-GR" sz="2800" b="1" dirty="0">
                <a:solidFill>
                  <a:schemeClr val="tx1"/>
                </a:solidFill>
                <a:latin typeface="Segoe Print" panose="02000600000000000000" pitchFamily="2" charset="0"/>
              </a:rPr>
              <a:t> </a:t>
            </a:r>
            <a:r>
              <a:rPr lang="en-US" sz="2800" b="1">
                <a:solidFill>
                  <a:schemeClr val="tx1"/>
                </a:solidFill>
                <a:latin typeface="Segoe Print" panose="02000600000000000000" pitchFamily="2" charset="0"/>
              </a:rPr>
              <a:t>his </a:t>
            </a:r>
            <a:r>
              <a:rPr lang="en-US" sz="2800" b="1" dirty="0">
                <a:solidFill>
                  <a:srgbClr val="00B050"/>
                </a:solidFill>
                <a:latin typeface="Segoe Print" panose="02000600000000000000" pitchFamily="2" charset="0"/>
              </a:rPr>
              <a:t>arms</a:t>
            </a:r>
          </a:p>
        </p:txBody>
      </p:sp>
    </p:spTree>
    <p:extLst>
      <p:ext uri="{BB962C8B-B14F-4D97-AF65-F5344CB8AC3E}">
        <p14:creationId xmlns:p14="http://schemas.microsoft.com/office/powerpoint/2010/main" val="114720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Print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Aristidou</dc:creator>
  <cp:lastModifiedBy>Andreas Aristidou</cp:lastModifiedBy>
  <cp:revision>7</cp:revision>
  <dcterms:created xsi:type="dcterms:W3CDTF">2026-01-15T09:16:28Z</dcterms:created>
  <dcterms:modified xsi:type="dcterms:W3CDTF">2026-01-20T21:32:27Z</dcterms:modified>
</cp:coreProperties>
</file>